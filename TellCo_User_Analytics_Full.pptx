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91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TellCo: user analytics and acquisition view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engagement, experience and satisfaction from one month of xDR data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| Project 5 </a:t>
            </a:r>
            <a:b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Subhashree Mohanty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promising, but not yet a buy on this data alone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106,856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150,000 sessions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73.8 TB comes from the top 10% of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from 12% of users on router/hotspot devices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on the network evidence: usage is concentrated in a heavy-user and router segment, and most phone users show low throughput, so quality and plan upgrades have room to lift usage.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cannot show whether TellCo is undervalued: it has no revenue, churn or growth figures.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continue due diligence and buy only if the financials and the data checks on the last slides support the price.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variables and method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480560" cy="147523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Id, MSISDN, IMSI, IMEI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(integer)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Start, End, Dur. (ms)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Manufacturer,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RTT, throughput, TCP retransmission (DL/UL)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Social, Google, Email, YouTube, Netflix, Gaming, Other (DL/UL 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DL, Total UL (bytes)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5212080" y="109728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sessions, 106,856 users (MSISDN); totals row and duplicate duration column removed.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1.5xIQR outliers replaced by the mean of normal values, as specified.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min-max scaled metrics; PCA on standardised application volumes.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= mean of engagement and experience scores (distances to cluster centres).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Handsets: Apple leads, but the top device is a router</a:t>
            </a:r>
            <a:endParaRPr lang="en-US" sz="2400" dirty="0"/>
          </a:p>
        </p:txBody>
      </p:sp>
      <p:pic>
        <p:nvPicPr>
          <p:cNvPr id="3" name="Image 0" descr="t1_top_handse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457200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09728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handset: Huawei B528S-23A (13% of sessions), a home router.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by sessions: Apple (40%), Samsung (27%), Huawei (23%).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of sessions have no handset recorded and are excluded.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bundle plans with the popular routers; target iPhone and Samsung owners with data offers.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handsets for each top-3 manufacturer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iPhone 6S (A1688)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iPhone 6 (A1586)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iPhone 7 (A1778)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iPhone Se (A1723)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iPhone 8 (A1905)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S8 (Sm-G950F)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A5 Sm-A520F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J5 (Sm-J530)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J3 (Sm-J330)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S7 (Sm-G930X)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B528S-23A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E5180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P20 Lite Huawei Nova 3E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P20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Y6 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metrics and dispersion of per-user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per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data (GB)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is above median for every variable and skew is above 2: most users are light, a few are very heavy.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user has one session of about 1.5 minutes and 0.6 GB; averages overstate the typical user.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users are segmented (deciles, clusters) instead of judged on averages.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univariate and bivariate analysis</a:t>
            </a:r>
            <a:endParaRPr lang="en-US" sz="2400" dirty="0"/>
          </a:p>
        </p:txBody>
      </p:sp>
      <p:pic>
        <p:nvPicPr>
          <p:cNvPr id="3" name="Image 0" descr="t1_bivari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457200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09728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and boxplots of every per-user variable show long right tails (charts in the appendix folder).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rises with total data. Gaming is almost perfectly linear (r = 0.997).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application volumes exceed the session total (median 1.9x), so gaming mirrors the total instead of showing app mix.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deciles: the longest-duration users carry the traffic</a:t>
            </a:r>
            <a:endParaRPr lang="en-US" sz="2400" dirty="0"/>
          </a:p>
        </p:txBody>
      </p:sp>
      <p:pic>
        <p:nvPicPr>
          <p:cNvPr id="3" name="Image 0" descr="t1_deci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457200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09728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split into 10 duration deciles; the top five (6-10) are shown.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deciles hold about 61% of all traffic.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decile alone carries 16.2 TB, about 22% of the total.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premium and unlimited plans at the top deciles.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and dimensionality reduction</a:t>
            </a:r>
            <a:endParaRPr lang="en-US" sz="2400" dirty="0"/>
          </a:p>
        </p:txBody>
      </p:sp>
      <p:pic>
        <p:nvPicPr>
          <p:cNvPr id="3" name="Image 0" descr="t1_correl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4114800" cy="3017520"/>
          </a:xfrm>
          <a:prstGeom prst="rect">
            <a:avLst/>
          </a:prstGeom>
        </p:spPr>
      </p:pic>
      <p:pic>
        <p:nvPicPr>
          <p:cNvPr id="4" name="Image 1" descr="t1_pca_scre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51560"/>
            <a:ext cx="4114800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correlations are positive (0.59 to 0.74); YouTube and Netflix are strongest.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PC1 explains 71% of variance (77% with two components) and is overall volume. Users differ in how much they use, not in which apps.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top 10 customers per metric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sessions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26517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MSISDN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33626320676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33614892860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33625779332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33659725664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33675877202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33760536639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33667163239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33603127838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33604515716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33627080969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29184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duration (s)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280160"/>
          <a:ext cx="26517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MSISDN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33659725664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33626320676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33675877202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33659359429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33614892860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33760536639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33625779332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33664712899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33786323068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33606582008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traffic (gb)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80160"/>
          <a:ext cx="26517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MSISDN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(GB)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33614892860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33760536639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33625779332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33626320676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33675877202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33659725664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33666464084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33760413819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33664712899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33698792269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clusters (k=3)</a:t>
            </a:r>
            <a:endParaRPr lang="en-US" sz="2400" dirty="0"/>
          </a:p>
        </p:txBody>
      </p:sp>
      <p:pic>
        <p:nvPicPr>
          <p:cNvPr id="3" name="Image 0" descr="t2_cluster_mea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8412480" cy="20116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duration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traffic (GB)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traffic (TB)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engaged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engaged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 engaged cluster is 76% of users and 55% of traffic; the most engaged is 4% of users and 13% of traffic.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and most used applications</a:t>
            </a:r>
            <a:endParaRPr lang="en-US" sz="2400" dirty="0"/>
          </a:p>
        </p:txBody>
      </p:sp>
      <p:pic>
        <p:nvPicPr>
          <p:cNvPr id="3" name="Image 0" descr="t2_elb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4206240" cy="2926080"/>
          </a:xfrm>
          <a:prstGeom prst="rect">
            <a:avLst/>
          </a:prstGeom>
        </p:spPr>
      </p:pic>
      <p:pic>
        <p:nvPicPr>
          <p:cNvPr id="4" name="Image 1" descr="t2_app_total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97280"/>
            <a:ext cx="4206240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gives k=3; silhouette peaks at k=2, so three groups are a practical simplification. Top applications by volume: gaming, other, youtube; treat the app mix with caution (volumes exceed session totals).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top, bottom and most frequent values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(per session)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frequent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retransmission (bytes)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4,344,115,651, 4,301,477,439, 4,294,431,965, 4,291,464,950, 4,288,120,860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2, 2, 3, 3, 3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1,294, 1,330, 2,660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 (ms)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96,924, 64,641, 55,812, 54,848, 27,278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0, 0, 0, 0, 0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29, 39, 38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(kbps)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382,262, 313,244, 304,299, 300,546, 283,931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0, 0, 0, 0, 0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63, 15, 97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use the original values, not the mean-filled ones. TCP is missing in 57% of sessions and RTT in 19%, so conclusions on them are tentative.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by handset: throughput and TCP retransmission</a:t>
            </a:r>
            <a:endParaRPr lang="en-US" sz="2400" dirty="0"/>
          </a:p>
        </p:txBody>
      </p:sp>
      <p:pic>
        <p:nvPicPr>
          <p:cNvPr id="3" name="Image 0" descr="t3_throughput_by_hands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297680" cy="3017520"/>
          </a:xfrm>
          <a:prstGeom prst="rect">
            <a:avLst/>
          </a:prstGeom>
        </p:spPr>
      </p:pic>
      <p:pic>
        <p:nvPicPr>
          <p:cNvPr id="4" name="Image 1" descr="t3_tcp_by_handse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051560"/>
            <a:ext cx="4297680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hotspot devices average 21 Mbps versus 5 Mbps for others and show the highest retransmission, because retransmitted bytes grow with data sent. Phone medians are near 0.1 Mbps while means are several Mbps.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clusters (k=3)</a:t>
            </a:r>
            <a:endParaRPr lang="en-US" sz="2400" dirty="0"/>
          </a:p>
        </p:txBody>
      </p:sp>
      <p:pic>
        <p:nvPicPr>
          <p:cNvPr id="3" name="Image 0" descr="t3_clus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4206240" cy="27432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(Mbps)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 (ms)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retrans. (MB)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throughput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74,127 (69%)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21,509 (20%)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throughput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11,220 (11%)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66344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low-throughput cluster (69% of users, about 1.0 Mbps) has the lowest RTT and retransmission, so it may mean light use rather than a poor network; this data cannot tell. The high-throughput cluster is mostly heavy router users.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scores, clusters and model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satisfied customers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MSISDN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33675877202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33614892860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33659725664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33626320676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33625779332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33664712899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33760536639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33659359429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33760413819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33604515716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mage 0" descr="t4_clus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05840"/>
            <a:ext cx="3931920" cy="2194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846320" y="32918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clusters: 86,797 users (satisfaction 0.09) and 20,059 users (0.34); they split on experience score.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reaches R2 0.997 (linear 0.92), but the target is built from the same inputs, so this checks the formula only. Runs are tracked in MLflow.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and growth opportunities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potential: positive on network evidence. Most phone users sit at very low throughput and usage is concentrated, so network quality and plan upgrades can lift usage and loyalty.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hotspot customers use more data and get the fastest service: grow them with fixed-wireless bundles.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Handset-led marketing: Apple and Samsung promotions; upgrade offers for owners of older devices.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decision: do not buy on this analysis alone. Continue due diligence and buy only if revenue, churn and network investment figures support the price.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of data and mostly single-session users: no trends, seasonality or churn.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revenue, ARPU, cost or subscriber-growth data, so valuation and profitability are not assessed.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volumes exceed totals in every session; TCP missing in 57% and RTT in 19% of sessions; 15,291 rows share a Bearer Id.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replacement of missing values and outliers reduces variance.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satisfaction regression is circular, and satisfaction is dominated by the experience score.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xDR extract and field descriptions supplied for the project.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dashboard and MLflow runs: project repository (add your GitHub link here).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scikit-learn (KMeans, PCA, gradient boosting), MLflow, Streamlit, MySQL.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Microsoft Office PowerPoint</Application>
  <PresentationFormat>On-screen Show (16:9)</PresentationFormat>
  <Paragraphs>355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user analytics</dc:title>
  <dc:subject>PptxGenJS Presentation</dc:subject>
  <dc:creator>PptxGenJS</dc:creator>
  <cp:lastModifiedBy>subhashree mohanty</cp:lastModifiedBy>
  <cp:revision>2</cp:revision>
  <dcterms:created xsi:type="dcterms:W3CDTF">2026-10-01T01:25:10Z</dcterms:created>
  <dcterms:modified xsi:type="dcterms:W3CDTF">2026-10-01T01:28:57Z</dcterms:modified>
</cp:coreProperties>
</file>